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164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55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913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212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450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36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167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3366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571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6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725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E1001B56-A915-4B9F-B64F-8CCF604FFBBA}" type="datetimeFigureOut">
              <a:rPr lang="en-IN" smtClean="0"/>
              <a:t>02-01-2026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A2DC854-2B3D-472C-8B09-2040AFF68A01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52356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D0F99C24-5CA7-54F7-6416-EFDF94123918}"/>
              </a:ext>
            </a:extLst>
          </p:cNvPr>
          <p:cNvSpPr txBox="1"/>
          <p:nvPr/>
        </p:nvSpPr>
        <p:spPr>
          <a:xfrm>
            <a:off x="1396180" y="1318821"/>
            <a:ext cx="987158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Movie Rental  Analytic Dashboard</a:t>
            </a:r>
            <a:br>
              <a:rPr lang="en-US" sz="4400" dirty="0"/>
            </a:br>
            <a:r>
              <a:rPr lang="en-US" sz="4400" dirty="0"/>
              <a:t>	</a:t>
            </a:r>
            <a:endParaRPr lang="en-IN" sz="44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B18A213-594C-A98C-A156-2A8003310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101" y="2042096"/>
            <a:ext cx="4534533" cy="628738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C788377-5DF5-D442-8781-BDF8AFB7CB24}"/>
              </a:ext>
            </a:extLst>
          </p:cNvPr>
          <p:cNvSpPr txBox="1"/>
          <p:nvPr/>
        </p:nvSpPr>
        <p:spPr>
          <a:xfrm>
            <a:off x="9144000" y="2579857"/>
            <a:ext cx="33036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Prepared by: Kamaraj 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1167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48C6-5C5A-D65A-B34B-81768EF2C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E555A-512A-A9E3-EC98-0BFE8EB01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99CAE8-FED8-403C-776C-50353DAC7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36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EB325-F47D-40EF-4957-7A2AA8F1E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3A5AF9-FF05-C28C-9109-D4DAEAC33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987161B-7A5B-45D1-3114-6C4E17B21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657"/>
            <a:ext cx="12192000" cy="679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36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AF4BC-4C97-0556-617F-A175745EE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6017-C1D5-D409-C764-9681EAF5E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BD32EAE-89C0-1017-1F7D-C12967B83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4590" y="100780"/>
            <a:ext cx="11879836" cy="6656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CD3C71-B707-1072-7A39-D5C645A3E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574" y="13325"/>
            <a:ext cx="12192000" cy="683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41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85082-B485-472B-C20E-83A5DC3FA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7DE69-0B89-7247-BDF4-93B6E819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FD57BEC9-ECD7-E60B-32D0-3B4E175200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799" y="0"/>
            <a:ext cx="12409287" cy="6911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62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D47BA-148B-9AB4-7374-BA407E9BE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45F2D-9E5F-1A3C-9DCB-E2E28B44C2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B2F2B560-037B-1B5B-8613-969F6C48A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7676"/>
            <a:ext cx="12192000" cy="682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231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9633-7672-8963-8D75-C5DE15CB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7F01-BA2C-CB7D-030C-0B928E9C1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D11CD10-798E-85C1-86F4-644606AB7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4324"/>
            <a:ext cx="11984122" cy="67255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2A8F8-EF4A-FEAE-8045-2F8A579F40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09"/>
            <a:ext cx="12192000" cy="684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29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0D6CDD44-664B-7069-BCA6-B996427034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37409"/>
            <a:ext cx="12192000" cy="68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52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25E8D877-001D-8981-709D-5EB47030ACC4}"/>
              </a:ext>
            </a:extLst>
          </p:cNvPr>
          <p:cNvSpPr txBox="1"/>
          <p:nvPr/>
        </p:nvSpPr>
        <p:spPr>
          <a:xfrm>
            <a:off x="206476" y="127500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Customer Analysis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61EAF-FA34-A3B1-4ABC-6E1674013140}"/>
              </a:ext>
            </a:extLst>
          </p:cNvPr>
          <p:cNvSpPr txBox="1"/>
          <p:nvPr/>
        </p:nvSpPr>
        <p:spPr>
          <a:xfrm>
            <a:off x="471949" y="1664110"/>
            <a:ext cx="9360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Introduce a loyalty program for frequent customers to encourage repeat rentals.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Provide discount offers or reminders to inactive customers.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Suggest movies to customers based on their past rental history</a:t>
            </a:r>
            <a:endParaRPr lang="en-IN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3C9E367-DA1B-AE61-FE0A-19E5D2771521}"/>
              </a:ext>
            </a:extLst>
          </p:cNvPr>
          <p:cNvSpPr txBox="1"/>
          <p:nvPr/>
        </p:nvSpPr>
        <p:spPr>
          <a:xfrm>
            <a:off x="206476" y="2525054"/>
            <a:ext cx="437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Film Performance &amp; Category</a:t>
            </a:r>
            <a:r>
              <a:rPr lang="en-IN" dirty="0"/>
              <a:t>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DE180C-79B6-EA41-5DBE-F619793B71CA}"/>
              </a:ext>
            </a:extLst>
          </p:cNvPr>
          <p:cNvSpPr txBox="1"/>
          <p:nvPr/>
        </p:nvSpPr>
        <p:spPr>
          <a:xfrm>
            <a:off x="471949" y="2967335"/>
            <a:ext cx="95667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Increase promotion for high-performing movie categories.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Offer discounts or bundles for low-performing movies.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Replace consistently low-performing movies with popular or trending titles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4AAD98-7137-2087-2178-DAD86569DE63}"/>
              </a:ext>
            </a:extLst>
          </p:cNvPr>
          <p:cNvSpPr txBox="1"/>
          <p:nvPr/>
        </p:nvSpPr>
        <p:spPr>
          <a:xfrm>
            <a:off x="412956" y="4253835"/>
            <a:ext cx="661711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 Increase the number of copies for high-demand movies.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Move excess inventory from low-demand stores to high-demand stores.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Reduce storage of movies that are rarely rented</a:t>
            </a:r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BE4BF6-FF36-9981-342C-3821125182C5}"/>
              </a:ext>
            </a:extLst>
          </p:cNvPr>
          <p:cNvSpPr txBox="1"/>
          <p:nvPr/>
        </p:nvSpPr>
        <p:spPr>
          <a:xfrm>
            <a:off x="206476" y="3901228"/>
            <a:ext cx="4817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Inventory Management</a:t>
            </a:r>
            <a:r>
              <a:rPr lang="en-IN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2F1FD0-3EB8-ED8E-4B5C-382BC3FEF0CD}"/>
              </a:ext>
            </a:extLst>
          </p:cNvPr>
          <p:cNvSpPr txBox="1"/>
          <p:nvPr/>
        </p:nvSpPr>
        <p:spPr>
          <a:xfrm>
            <a:off x="206476" y="731115"/>
            <a:ext cx="77576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Business Recommendations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210429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A26A8B-4758-3E4F-CF1E-209B25F42023}"/>
              </a:ext>
            </a:extLst>
          </p:cNvPr>
          <p:cNvSpPr txBox="1"/>
          <p:nvPr/>
        </p:nvSpPr>
        <p:spPr>
          <a:xfrm>
            <a:off x="4213122" y="2658070"/>
            <a:ext cx="49849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dirty="0">
                <a:latin typeface="Segoe UI Symbol" panose="020B0502040204020203" pitchFamily="34" charset="0"/>
                <a:ea typeface="Segoe UI Symbol" panose="020B0502040204020203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5539507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99</TotalTime>
  <Words>107</Words>
  <Application>Microsoft Office PowerPoint</Application>
  <PresentationFormat>Widescreen</PresentationFormat>
  <Paragraphs>17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Gill Sans MT</vt:lpstr>
      <vt:lpstr>Segoe UI Symbol</vt:lpstr>
      <vt:lpstr>Wingdings</vt:lpstr>
      <vt:lpstr>Wingdings 2</vt:lpstr>
      <vt:lpstr>Dividend</vt:lpstr>
      <vt:lpstr>PowerPoint Presentation</vt:lpstr>
      <vt:lpstr>PowerPoint Presentation</vt:lpstr>
      <vt:lpstr>PowerPoint Presentation</vt:lpstr>
      <vt:lpstr>PowerPoint Presentation</vt:lpstr>
      <vt:lpstr>0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Kamaraj Elaiyaraja</dc:creator>
  <cp:lastModifiedBy>Kamaraj Elaiyaraja</cp:lastModifiedBy>
  <cp:revision>4</cp:revision>
  <dcterms:created xsi:type="dcterms:W3CDTF">2026-01-01T09:12:50Z</dcterms:created>
  <dcterms:modified xsi:type="dcterms:W3CDTF">2026-01-02T11:29:54Z</dcterms:modified>
</cp:coreProperties>
</file>